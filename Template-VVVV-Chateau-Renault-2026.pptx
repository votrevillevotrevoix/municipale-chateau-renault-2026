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7FD1AE"/>
                </a:solidFill>
                <a:latin typeface="Segoe UI"/>
              </a:rPr>
              <a:t>VOTRE VILLE, VOTRE VOIX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FFFFFF"/>
                </a:solidFill>
                <a:latin typeface="Segoe UI"/>
              </a:rPr>
              <a:t>Château-Renault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7FD1AE"/>
                </a:solidFill>
                <a:latin typeface="Segoe UI"/>
              </a:rPr>
              <a:t>Municipales 15 et 22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5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Titre de votre diapositive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solidFill>
                  <a:srgbClr val="2C5F5D"/>
                </a:solidFill>
                <a:latin typeface="Segoe UI"/>
              </a:rPr>
              <a:t>• Point important 1</a:t>
            </a:r>
          </a:p>
          <a:p>
            <a:pPr/>
            <a:r>
              <a:rPr sz="2400">
                <a:solidFill>
                  <a:srgbClr val="2C5F5D"/>
                </a:solidFill>
                <a:latin typeface="Segoe UI"/>
              </a:rPr>
              <a:t>• Point important 2</a:t>
            </a:r>
          </a:p>
          <a:p>
            <a:pPr/>
            <a:r>
              <a:rPr sz="2400">
                <a:solidFill>
                  <a:srgbClr val="2C5F5D"/>
                </a:solidFill>
                <a:latin typeface="Segoe UI"/>
              </a:rPr>
              <a:t>• Point important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7FD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C5F5D"/>
                </a:solidFill>
                <a:latin typeface="Segoe UI"/>
              </a:rPr>
              <a:t>VOTRE VILLE, VOTRE VOIX • votrevillevotrevoix37.fr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5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Titre sur deux colonnes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3886200" cy="4114800"/>
          </a:xfrm>
          <a:prstGeom prst="rect">
            <a:avLst/>
          </a:prstGeom>
          <a:solidFill>
            <a:srgbClr val="E6F5F0"/>
          </a:solidFill>
          <a:ln w="25400">
            <a:solidFill>
              <a:srgbClr val="7FD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2000" b="1">
                <a:solidFill>
                  <a:srgbClr val="2C5F5D"/>
                </a:solidFill>
                <a:latin typeface="Segoe UI"/>
              </a:rPr>
              <a:t>Colonne de gauche</a:t>
            </a:r>
          </a:p>
          <a:p>
            <a:br/>
            <a:r>
              <a:rPr sz="1800">
                <a:solidFill>
                  <a:srgbClr val="2C5F5D"/>
                </a:solidFill>
                <a:latin typeface="Segoe UI"/>
              </a:rPr>
              <a:t>• Élément 1</a:t>
            </a:r>
            <a:br/>
            <a:r>
              <a:t>• Élément 2</a:t>
            </a:r>
            <a:br/>
            <a:r>
              <a:t>• Élément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0" y="1645920"/>
            <a:ext cx="3886200" cy="4114800"/>
          </a:xfrm>
          <a:prstGeom prst="rect">
            <a:avLst/>
          </a:prstGeom>
          <a:solidFill>
            <a:srgbClr val="E6F5F0"/>
          </a:solidFill>
          <a:ln w="25400">
            <a:solidFill>
              <a:srgbClr val="7FD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2000" b="1">
                <a:solidFill>
                  <a:srgbClr val="2C5F5D"/>
                </a:solidFill>
                <a:latin typeface="Segoe UI"/>
              </a:rPr>
              <a:t>Colonne de droite</a:t>
            </a:r>
          </a:p>
          <a:p>
            <a:br/>
            <a:r>
              <a:rPr sz="1800">
                <a:solidFill>
                  <a:srgbClr val="2C5F5D"/>
                </a:solidFill>
                <a:latin typeface="Segoe UI"/>
              </a:rPr>
              <a:t>• Élément A</a:t>
            </a:r>
            <a:br/>
            <a:r>
              <a:t>• Élément B</a:t>
            </a:r>
            <a:br/>
            <a:r>
              <a:t>• Élément 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7FD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C5F5D"/>
                </a:solidFill>
                <a:latin typeface="Segoe UI"/>
              </a:rPr>
              <a:t>VOTRE VILLE, VOTRE VOIX • votrevillevotrevoix37.fr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8B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1">
                <a:solidFill>
                  <a:srgbClr val="FFFFFF"/>
                </a:solidFill>
                <a:latin typeface="Segoe UI"/>
              </a:rPr>
              <a:t>« L'avenir, c'est vous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7548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7FD1AE"/>
                </a:solidFill>
                <a:latin typeface="Segoe UI"/>
              </a:rPr>
              <a:t>Brigitte Vengeon</a:t>
            </a:r>
          </a:p>
          <a:p>
            <a:r>
              <a:rPr sz="2400">
                <a:solidFill>
                  <a:srgbClr val="7FD1AE"/>
                </a:solidFill>
                <a:latin typeface="Segoe UI"/>
              </a:rPr>
              <a:t>Tête de liste VOTRE VILLE VOTRE VOIX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7FD1AE"/>
                </a:solidFill>
                <a:latin typeface="Segoe UI"/>
              </a:rPr>
              <a:t>MERCI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votrevillevotrevoix37.fr</a:t>
            </a:r>
          </a:p>
          <a:p>
            <a:pPr algn="ctr"/>
            <a:r>
              <a:rPr sz="2200">
                <a:solidFill>
                  <a:srgbClr val="FFFFFF"/>
                </a:solidFill>
                <a:latin typeface="Segoe UI"/>
              </a:rPr>
              <a:t>votrevillevotrevoix@gmail.com</a:t>
            </a:r>
          </a:p>
          <a:p>
            <a:pPr algn="ctr"/>
            <a:r>
              <a:rPr sz="2200">
                <a:solidFill>
                  <a:srgbClr val="FFFFFF"/>
                </a:solidFill>
                <a:latin typeface="Segoe UI"/>
              </a:rPr>
              <a:t>06 72 25 87 67</a:t>
            </a:r>
          </a:p>
          <a:p>
            <a:br/>
            <a:pPr algn="ctr"/>
            <a:r>
              <a:rPr sz="2000">
                <a:solidFill>
                  <a:srgbClr val="7FD1AE"/>
                </a:solidFill>
                <a:latin typeface="Segoe UI"/>
              </a:rPr>
              <a:t>Municipales 15 et 22 mars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